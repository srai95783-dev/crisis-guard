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 Bold" charset="1" panose="020B0704020202020204"/>
      <p:regular r:id="rId24"/>
    </p:embeddedFont>
    <p:embeddedFont>
      <p:font typeface="Arimo" charset="1" panose="020B06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4673" y="1815379"/>
            <a:ext cx="17703146" cy="97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8000">
                <a:solidFill>
                  <a:srgbClr val="4285F4"/>
                </a:solidFill>
                <a:latin typeface="Arimo Bold"/>
                <a:ea typeface="Arimo Bold"/>
                <a:cs typeface="Arimo Bold"/>
                <a:sym typeface="Arimo Bold"/>
              </a:rPr>
              <a:t>Guidelines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1221" y="3494923"/>
            <a:ext cx="15665548" cy="49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0600" indent="-49530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Kindly use the given template for submitting your prototype(Make a copy of the template)</a:t>
            </a:r>
          </a:p>
          <a:p>
            <a:pPr algn="l" marL="990600" indent="-49530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One team is only required to submit one project.</a:t>
            </a:r>
          </a:p>
          <a:p>
            <a:pPr algn="l" marL="990600" indent="-49530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Follow this template while preparing your presentation.</a:t>
            </a:r>
          </a:p>
          <a:p>
            <a:pPr algn="l" marL="990600" indent="-49530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You are welcome to add as many POCs and design concepts to support your project.</a:t>
            </a:r>
          </a:p>
          <a:p>
            <a:pPr algn="l" marL="990600" indent="-49530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The project should be feasible and the team members should be capable enough, to come up with the fully functioning prototype of the same idea, if required.</a:t>
            </a:r>
          </a:p>
          <a:p>
            <a:pPr algn="l" marL="990600" indent="-49530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In case of queries, kindly reach out to us at solutionchallengesupport@hack2skill.com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2828" y="7866621"/>
            <a:ext cx="17842354" cy="112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Note:</a:t>
            </a:r>
            <a:r>
              <a:rPr lang="en-US" sz="3000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 Prototype must include cloud deployment and use at least one Google AI model or service (e.g., Gemini) as part of the solution.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97745"/>
            <a:ext cx="18288000" cy="5389245"/>
            <a:chOff x="0" y="0"/>
            <a:chExt cx="24384000" cy="71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185660"/>
            </a:xfrm>
            <a:custGeom>
              <a:avLst/>
              <a:gdLst/>
              <a:ahLst/>
              <a:cxnLst/>
              <a:rect r="r" b="b" t="t" l="l"/>
              <a:pathLst>
                <a:path h="71856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185660"/>
                  </a:lnTo>
                  <a:lnTo>
                    <a:pt x="0" y="7185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0879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4629" y="5853846"/>
            <a:ext cx="17337148" cy="385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Details</a:t>
            </a:r>
          </a:p>
          <a:p>
            <a:pPr algn="l">
              <a:lnSpc>
                <a:spcPts val="3359"/>
              </a:lnSpc>
            </a:pPr>
          </a:p>
          <a:p>
            <a:pPr algn="l" marL="2011680" indent="-670560" lvl="2">
              <a:lnSpc>
                <a:spcPts val="4320"/>
              </a:lnSpc>
              <a:buAutoNum type="alphaLcPeriod" startAt="1"/>
            </a:pPr>
            <a:r>
              <a:rPr lang="en-US" b="true" sz="3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name: 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Infinity Stack</a:t>
            </a:r>
          </a:p>
          <a:p>
            <a:pPr algn="l" marL="2011680" indent="-670560" lvl="2">
              <a:lnSpc>
                <a:spcPts val="4320"/>
              </a:lnSpc>
              <a:buAutoNum type="alphaLcPeriod" startAt="1"/>
            </a:pPr>
            <a:r>
              <a:rPr lang="en-US" b="true" sz="3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leader name: 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Jannat</a:t>
            </a:r>
          </a:p>
          <a:p>
            <a:pPr algn="l" marL="2011680" indent="-670560" lvl="2">
              <a:lnSpc>
                <a:spcPts val="4320"/>
              </a:lnSpc>
              <a:buAutoNum type="alphaLcPeriod" startAt="1"/>
            </a:pPr>
            <a:r>
              <a:rPr lang="en-US" b="true" sz="3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Statement: 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[Rapid Crisis Response] Accelerated Emergency Response and Crisis Coordination in Hospitality</a:t>
            </a:r>
          </a:p>
          <a:p>
            <a:pPr algn="l" marL="1564640" indent="-521547" lvl="2">
              <a:lnSpc>
                <a:spcPts val="335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7990" cy="5518556"/>
            <a:chOff x="0" y="0"/>
            <a:chExt cx="24383987" cy="7358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7358126"/>
            </a:xfrm>
            <a:custGeom>
              <a:avLst/>
              <a:gdLst/>
              <a:ahLst/>
              <a:cxnLst/>
              <a:rect r="r" b="b" t="t" l="l"/>
              <a:pathLst>
                <a:path h="735812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58126"/>
                  </a:lnTo>
                  <a:lnTo>
                    <a:pt x="0" y="735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2471" y="1675552"/>
            <a:ext cx="17703146" cy="96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Brief about your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2471" y="3062849"/>
            <a:ext cx="17703146" cy="684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CrisisGuard is an AI-powered emergency response system designed for hotels. It detects emergencies using smart inputs and instantly alerts hotel staff, emergency services, and guests to ensure faster and coordinated response.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1123" y="1709164"/>
            <a:ext cx="17385754" cy="926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Opportunities</a:t>
            </a:r>
          </a:p>
          <a:p>
            <a:pPr algn="l" marL="777240" indent="-388620" lvl="1">
              <a:lnSpc>
                <a:spcPts val="4967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different is it from any of the other existing ideas?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• Uses AI instead of manual reporting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• Real-time automated alerts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• Enhances decision-making with intelligent insights and predictive analysis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2.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will it be able to solve the problem?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• Reduces response time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• Improves coordination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• Provides data-driven insights for faster and accurate actions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3.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USP of the proposed solution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• AI-based detection + instant multi-user alerts + live dashboard + predictive             </a:t>
            </a:r>
          </a:p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analytics</a:t>
            </a:r>
          </a:p>
          <a:p>
            <a:pPr algn="l">
              <a:lnSpc>
                <a:spcPts val="4967"/>
              </a:lnSpc>
            </a:pPr>
          </a:p>
          <a:p>
            <a:pPr algn="l">
              <a:lnSpc>
                <a:spcPts val="4967"/>
              </a:lnSpc>
            </a:pPr>
          </a:p>
          <a:p>
            <a:pPr algn="l" marL="1564640" indent="-521547" lvl="2">
              <a:lnSpc>
                <a:spcPts val="335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375" y="1773298"/>
            <a:ext cx="17214752" cy="43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List of features offered by the solution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Emergency SOS button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AI-based emergency detection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Live dashboard for hotel staff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Location tracking inside hotel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Instant alerts to guests &amp; staff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Cloud-based system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375" y="1724396"/>
            <a:ext cx="17361151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Process flow diagram or Use-case diagram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User/AI detects emergency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sent to cloud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AI processes using Google Gemini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Alert generated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Notification sent to staff + guests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Emergency handled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6825" y="1822152"/>
            <a:ext cx="17263348" cy="545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Wireframes/Mock diagrams of the proposed solution (optional)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Home Screen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SOS Button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Report Emergency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Alert Screen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Fire detected on Floor 2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Admin Dashboard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Live alerts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Status tracking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3521" y="1797701"/>
            <a:ext cx="17458954" cy="654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Architecture diagram of the proposed solution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Mobile App: The user interface and primary data entry point.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Cloud Server: The central hub for logic, routing, and processing.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Model (Gemini): The intelligence layer used for data analysis and decision-making.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Database: The storage layer for user data, logs, and historical records.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Visual Logic Flow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Mobile App ]- rightarrow [ Cloud Server ] leftrightarrow[ Database ]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downarrow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AI Model (Gemini) ] rightarrow[ Alerts ] rightarrow [ Users ]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9080" y="1773298"/>
            <a:ext cx="17385754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Technologies to be used in the solution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Component                        Technology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Frontend                                HTML                                                                ReactBackend                       Firebase                                                                            AI                                          Google Gemini                                                            Cloud                                    Google Cloud                                                       Database                               Firestore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9080" y="1699946"/>
            <a:ext cx="1750755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Estimated implementation cost (optional)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Cloud: Free (trial)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Development: ₹0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Tools: Free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3020" y="2422508"/>
            <a:ext cx="8128195" cy="4572110"/>
          </a:xfrm>
          <a:custGeom>
            <a:avLst/>
            <a:gdLst/>
            <a:ahLst/>
            <a:cxnLst/>
            <a:rect r="r" b="b" t="t" l="l"/>
            <a:pathLst>
              <a:path h="4572110" w="8128195">
                <a:moveTo>
                  <a:pt x="0" y="0"/>
                </a:moveTo>
                <a:lnTo>
                  <a:pt x="8128195" y="0"/>
                </a:lnTo>
                <a:lnTo>
                  <a:pt x="8128195" y="4572110"/>
                </a:lnTo>
                <a:lnTo>
                  <a:pt x="0" y="4572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13601" y="2508865"/>
            <a:ext cx="9367591" cy="5269270"/>
          </a:xfrm>
          <a:custGeom>
            <a:avLst/>
            <a:gdLst/>
            <a:ahLst/>
            <a:cxnLst/>
            <a:rect r="r" b="b" t="t" l="l"/>
            <a:pathLst>
              <a:path h="5269270" w="9367591">
                <a:moveTo>
                  <a:pt x="0" y="0"/>
                </a:moveTo>
                <a:lnTo>
                  <a:pt x="9367592" y="0"/>
                </a:lnTo>
                <a:lnTo>
                  <a:pt x="9367592" y="5269270"/>
                </a:lnTo>
                <a:lnTo>
                  <a:pt x="0" y="5269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020" y="1751175"/>
            <a:ext cx="1726334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Snapshots of the MVP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1325" y="1626651"/>
            <a:ext cx="17605353" cy="545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Additional Details/Future Development (if any)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IoT sensors for fire/smoke detection: Expanding hardware capabilities to automate hazard detection without manual user input.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Integration with police/fire brigade: Establishing direct communication channels with emergency services for faster response times.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Voice-based emergency reporting: Implementing hands-free reporting to assist users in high-stress situations or those with limited mobility.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Multi-language support: Breaking down language barriers to ensure the system is accessible to a diverse, global user base.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629" y="1748847"/>
            <a:ext cx="17483547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Provide links to your:</a:t>
            </a:r>
          </a:p>
          <a:p>
            <a:pPr algn="l">
              <a:lnSpc>
                <a:spcPts val="3359"/>
              </a:lnSpc>
            </a:pPr>
          </a:p>
          <a:p>
            <a:pPr algn="l" marL="1097280" indent="-548640" lvl="1">
              <a:lnSpc>
                <a:spcPts val="432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GitHub Public Repository - https://github.com/srai95783-dev/Crisis-      Guard/blame/main/README.md</a:t>
            </a:r>
          </a:p>
          <a:p>
            <a:pPr algn="l" marL="1096823" indent="-548411" lvl="1">
              <a:lnSpc>
                <a:spcPts val="432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Demo Video Link (3 Minutes)-"C:\Users\HP\Downloads\emergent-fullstack-app-and-3-more-pages-personal-microsoft-edge-2026-04-28_ixfSM73e.mp4" 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3.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MVP Link </a:t>
            </a:r>
          </a:p>
          <a:p>
            <a:pPr algn="l" marL="777240" indent="-388620" lvl="1">
              <a:lnSpc>
                <a:spcPts val="432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Working Prototype Link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7" y="0"/>
            <a:ext cx="18288038" cy="10287000"/>
            <a:chOff x="0" y="0"/>
            <a:chExt cx="2438405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DAHIKN2K3Jg</dc:identifier>
  <dcterms:modified xsi:type="dcterms:W3CDTF">2011-08-01T06:04:30Z</dcterms:modified>
  <cp:revision>1</cp:revision>
  <dc:title>Solution_Challenge_2026_InfinityStack (1).pptx</dc:title>
</cp:coreProperties>
</file>